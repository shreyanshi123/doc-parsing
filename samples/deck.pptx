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West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Customer satisfaction improved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