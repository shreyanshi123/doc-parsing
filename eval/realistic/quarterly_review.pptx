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 crore)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</c:v>
                </c:pt>
                <c:pt idx="1">
                  <c:v>96</c:v>
                </c:pt>
                <c:pt idx="2">
                  <c:v>118</c:v>
                </c:pt>
                <c:pt idx="3">
                  <c:v>87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North grew fastest; South needs a recovery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Business Review: Revenue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03520" y="1463040"/>
          <a:ext cx="3474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/>
                <a:gridCol w="1158240"/>
                <a:gridCol w="1158240"/>
              </a:tblGrid>
              <a:tr h="36576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 Line C capex</a:t>
            </a:r>
          </a:p>
          <a:p>
            <a:r>
              <a:t>Close supplier audit findings</a:t>
            </a:r>
          </a:p>
          <a:p>
            <a:r>
              <a:t>Launch predictive maintenance in two more plants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