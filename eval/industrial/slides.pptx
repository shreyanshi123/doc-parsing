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mention the new vibration sensors.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Maintenance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Plant 2 - Q1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Downtime fell by 18 percent</a:t>
            </a:r>
          </a:p>
          <a:p>
            <a:r>
              <a:t>Predictive alerts introduced</a:t>
            </a:r>
          </a:p>
          <a:p>
            <a:r>
              <a:t>Spare parts stock reviewed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Downtime by 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Hours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Line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Line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quarter</a:t>
            </a:r>
          </a:p>
        </p:txBody>
      </p:sp>
      <p:pic>
        <p:nvPicPr>
          <p:cNvPr id="3" name="Picture 2" descr="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5486400" cy="36538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