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200</c:v>
                </c:pt>
                <c:pt idx="3">
                  <c:v>310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and KPIs</a:t>
            </a:r>
          </a:p>
        </p:txBody>
      </p:sp>
      <p:pic>
        <p:nvPicPr>
          <p:cNvPr id="3" name="Picture 2" descr="pl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657600" cy="209005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64592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Plants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